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oboto-boldItalic.fntdata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311700" y="68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Cuadro comparativo de diagramas de flujo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342000" y="837325"/>
            <a:ext cx="3816600" cy="186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                         Simple:</a:t>
            </a:r>
            <a:r>
              <a:rPr lang="es" sz="1600">
                <a:latin typeface="Roboto"/>
                <a:ea typeface="Roboto"/>
                <a:cs typeface="Roboto"/>
                <a:sym typeface="Roboto"/>
              </a:rPr>
              <a:t>Esta se diferencia por su simple y efectiva </a:t>
            </a:r>
            <a:r>
              <a:rPr lang="es" sz="1600">
                <a:latin typeface="Roboto"/>
                <a:ea typeface="Roboto"/>
                <a:cs typeface="Roboto"/>
                <a:sym typeface="Roboto"/>
              </a:rPr>
              <a:t>estructura</a:t>
            </a:r>
            <a:r>
              <a:rPr lang="es" sz="1600">
                <a:latin typeface="Roboto"/>
                <a:ea typeface="Roboto"/>
                <a:cs typeface="Roboto"/>
                <a:sym typeface="Roboto"/>
              </a:rPr>
              <a:t> siendo </a:t>
            </a:r>
            <a:r>
              <a:rPr lang="es" sz="1600">
                <a:latin typeface="Roboto"/>
                <a:ea typeface="Roboto"/>
                <a:cs typeface="Roboto"/>
                <a:sym typeface="Roboto"/>
              </a:rPr>
              <a:t>inició</a:t>
            </a:r>
            <a:r>
              <a:rPr lang="es" sz="1600">
                <a:latin typeface="Roboto"/>
                <a:ea typeface="Roboto"/>
                <a:cs typeface="Roboto"/>
                <a:sym typeface="Roboto"/>
              </a:rPr>
              <a:t>-&gt;cono-&gt;</a:t>
            </a:r>
            <a:r>
              <a:rPr lang="es" sz="1600">
                <a:latin typeface="Roboto"/>
                <a:ea typeface="Roboto"/>
                <a:cs typeface="Roboto"/>
                <a:sym typeface="Roboto"/>
              </a:rPr>
              <a:t>condición</a:t>
            </a:r>
            <a:r>
              <a:rPr lang="es" sz="1600"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s" sz="1600">
                <a:latin typeface="Roboto"/>
                <a:ea typeface="Roboto"/>
                <a:cs typeface="Roboto"/>
                <a:sym typeface="Roboto"/>
              </a:rPr>
              <a:t>acción</a:t>
            </a:r>
            <a:r>
              <a:rPr lang="es" sz="1600">
                <a:latin typeface="Roboto"/>
                <a:ea typeface="Roboto"/>
                <a:cs typeface="Roboto"/>
                <a:sym typeface="Roboto"/>
              </a:rPr>
              <a:t>-&gt;fin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250350" y="2859150"/>
            <a:ext cx="3999900" cy="186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Decisiones</a:t>
            </a:r>
            <a:r>
              <a:rPr lang="es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múltiples: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Este ya tiene la particularidad de tener muchas más caminos para la solución en problemas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Roboto"/>
                <a:ea typeface="Roboto"/>
                <a:cs typeface="Roboto"/>
                <a:sym typeface="Roboto"/>
              </a:rPr>
              <a:t> inicio-&gt;cono-&gt;si-&gt;acción 1=&gt;no-&gt;acción 2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4832400" y="2811300"/>
            <a:ext cx="3999900" cy="186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s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ecisiones</a:t>
            </a:r>
            <a:r>
              <a:rPr lang="es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anidada: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En este seria un poco como el anterior pero con mucha 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más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complejidad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 con distintas formas para los problemas que puedan 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suceder Inicio-&gt;rombo 1=&gt;si-&gt;rombo 2=&gt;si-&gt;acción-&gt;no-&gt;acción-&gt;no-&gt;acción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832400" y="807150"/>
            <a:ext cx="3999900" cy="1764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Compuesta:</a:t>
            </a:r>
            <a:r>
              <a:rPr lang="es" sz="1700"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a compuestas se diferencian por poner 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tener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 dos soluciones pero sin 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seguir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 mucho en la 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solución</a:t>
            </a:r>
            <a:r>
              <a:rPr lang="es" sz="1500">
                <a:latin typeface="Roboto"/>
                <a:ea typeface="Roboto"/>
                <a:cs typeface="Roboto"/>
                <a:sym typeface="Roboto"/>
              </a:rPr>
              <a:t> de estas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